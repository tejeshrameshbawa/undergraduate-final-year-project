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C77A80-2D8A-4F2D-B729-05845042C806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CA2BF98-4D83-4FCB-BB02-D7570C48112E}">
      <dgm:prSet/>
      <dgm:spPr/>
      <dgm:t>
        <a:bodyPr/>
        <a:lstStyle/>
        <a:p>
          <a:r>
            <a:rPr lang="en-GB"/>
            <a:t>I got this idea due to my own personal experience.</a:t>
          </a:r>
          <a:endParaRPr lang="en-US"/>
        </a:p>
      </dgm:t>
    </dgm:pt>
    <dgm:pt modelId="{C9DD9995-9694-406C-9028-49C23CBCFD00}" type="parTrans" cxnId="{14D01495-0723-45B8-A34F-185B34533391}">
      <dgm:prSet/>
      <dgm:spPr/>
      <dgm:t>
        <a:bodyPr/>
        <a:lstStyle/>
        <a:p>
          <a:endParaRPr lang="en-US"/>
        </a:p>
      </dgm:t>
    </dgm:pt>
    <dgm:pt modelId="{84846409-A23A-4A34-8A8F-4BF8D073E128}" type="sibTrans" cxnId="{14D01495-0723-45B8-A34F-185B34533391}">
      <dgm:prSet/>
      <dgm:spPr/>
      <dgm:t>
        <a:bodyPr/>
        <a:lstStyle/>
        <a:p>
          <a:endParaRPr lang="en-US"/>
        </a:p>
      </dgm:t>
    </dgm:pt>
    <dgm:pt modelId="{6C0C0DFD-5256-4C40-B5F7-0F9F912D562D}">
      <dgm:prSet/>
      <dgm:spPr/>
      <dgm:t>
        <a:bodyPr/>
        <a:lstStyle/>
        <a:p>
          <a:r>
            <a:rPr lang="en-GB"/>
            <a:t>By researching, I came across Webley’s article that many people have New Year’s Resolutions of getting fit.</a:t>
          </a:r>
          <a:endParaRPr lang="en-US"/>
        </a:p>
      </dgm:t>
    </dgm:pt>
    <dgm:pt modelId="{E1663D8D-49C6-428E-9BCC-4CCFED678BBA}" type="parTrans" cxnId="{0CCEB7E7-3A29-4666-BAAD-7324452D924D}">
      <dgm:prSet/>
      <dgm:spPr/>
      <dgm:t>
        <a:bodyPr/>
        <a:lstStyle/>
        <a:p>
          <a:endParaRPr lang="en-US"/>
        </a:p>
      </dgm:t>
    </dgm:pt>
    <dgm:pt modelId="{3C88C041-D80C-4B96-8A30-A54CFE405AAB}" type="sibTrans" cxnId="{0CCEB7E7-3A29-4666-BAAD-7324452D924D}">
      <dgm:prSet/>
      <dgm:spPr/>
      <dgm:t>
        <a:bodyPr/>
        <a:lstStyle/>
        <a:p>
          <a:endParaRPr lang="en-US"/>
        </a:p>
      </dgm:t>
    </dgm:pt>
    <dgm:pt modelId="{EBB88E37-2A79-45EF-97A3-3AE42B6943CC}">
      <dgm:prSet/>
      <dgm:spPr/>
      <dgm:t>
        <a:bodyPr/>
        <a:lstStyle/>
        <a:p>
          <a:r>
            <a:rPr lang="en-GB"/>
            <a:t>McGonigal said that many people sign up in January and the numbers diminished by mid-February.</a:t>
          </a:r>
          <a:endParaRPr lang="en-US"/>
        </a:p>
      </dgm:t>
    </dgm:pt>
    <dgm:pt modelId="{2B31BD1F-3C88-490E-91BE-8B059C53A8DE}" type="parTrans" cxnId="{8DE76193-7260-4455-959F-F50350CABFCE}">
      <dgm:prSet/>
      <dgm:spPr/>
      <dgm:t>
        <a:bodyPr/>
        <a:lstStyle/>
        <a:p>
          <a:endParaRPr lang="en-US"/>
        </a:p>
      </dgm:t>
    </dgm:pt>
    <dgm:pt modelId="{CE55E2F2-20D4-4F7B-B3D2-7C122F4F17A1}" type="sibTrans" cxnId="{8DE76193-7260-4455-959F-F50350CABFCE}">
      <dgm:prSet/>
      <dgm:spPr/>
      <dgm:t>
        <a:bodyPr/>
        <a:lstStyle/>
        <a:p>
          <a:endParaRPr lang="en-US"/>
        </a:p>
      </dgm:t>
    </dgm:pt>
    <dgm:pt modelId="{7272BF38-557B-4941-9EA5-AB9D523A0101}">
      <dgm:prSet/>
      <dgm:spPr/>
      <dgm:t>
        <a:bodyPr/>
        <a:lstStyle/>
        <a:p>
          <a:r>
            <a:rPr lang="en-GB"/>
            <a:t>A possible solution is gamification.  </a:t>
          </a:r>
          <a:endParaRPr lang="en-US"/>
        </a:p>
      </dgm:t>
    </dgm:pt>
    <dgm:pt modelId="{F042A918-FE38-4973-9443-3AC311B0A16F}" type="parTrans" cxnId="{F6AEFC62-E5B0-4A53-B352-C0327AE19694}">
      <dgm:prSet/>
      <dgm:spPr/>
      <dgm:t>
        <a:bodyPr/>
        <a:lstStyle/>
        <a:p>
          <a:endParaRPr lang="en-US"/>
        </a:p>
      </dgm:t>
    </dgm:pt>
    <dgm:pt modelId="{7E17DA14-40E0-4221-B058-4795CEB4F6B9}" type="sibTrans" cxnId="{F6AEFC62-E5B0-4A53-B352-C0327AE19694}">
      <dgm:prSet/>
      <dgm:spPr/>
      <dgm:t>
        <a:bodyPr/>
        <a:lstStyle/>
        <a:p>
          <a:endParaRPr lang="en-US"/>
        </a:p>
      </dgm:t>
    </dgm:pt>
    <dgm:pt modelId="{14A28A53-9F13-4128-9EFA-DE7FA7E9D4FC}" type="pres">
      <dgm:prSet presAssocID="{C2C77A80-2D8A-4F2D-B729-05845042C806}" presName="Name0" presStyleCnt="0">
        <dgm:presLayoutVars>
          <dgm:dir/>
          <dgm:animLvl val="lvl"/>
          <dgm:resizeHandles val="exact"/>
        </dgm:presLayoutVars>
      </dgm:prSet>
      <dgm:spPr/>
    </dgm:pt>
    <dgm:pt modelId="{A163CD30-CC84-4FAF-940D-DA7CD2E4C5FB}" type="pres">
      <dgm:prSet presAssocID="{4CA2BF98-4D83-4FCB-BB02-D7570C48112E}" presName="linNode" presStyleCnt="0"/>
      <dgm:spPr/>
    </dgm:pt>
    <dgm:pt modelId="{4A1396E3-7FB0-49D1-94D2-67CDC9128C0D}" type="pres">
      <dgm:prSet presAssocID="{4CA2BF98-4D83-4FCB-BB02-D7570C48112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C0CBDF0-1C66-425B-9D15-847D415C4422}" type="pres">
      <dgm:prSet presAssocID="{84846409-A23A-4A34-8A8F-4BF8D073E128}" presName="sp" presStyleCnt="0"/>
      <dgm:spPr/>
    </dgm:pt>
    <dgm:pt modelId="{0251D640-5316-4B1D-8799-37E6772AE2A1}" type="pres">
      <dgm:prSet presAssocID="{6C0C0DFD-5256-4C40-B5F7-0F9F912D562D}" presName="linNode" presStyleCnt="0"/>
      <dgm:spPr/>
    </dgm:pt>
    <dgm:pt modelId="{6F238DA2-BDFE-45D2-8A3B-29201671AE25}" type="pres">
      <dgm:prSet presAssocID="{6C0C0DFD-5256-4C40-B5F7-0F9F912D562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3D08EA5-49DD-4EBF-9AD4-2A66B5276411}" type="pres">
      <dgm:prSet presAssocID="{3C88C041-D80C-4B96-8A30-A54CFE405AAB}" presName="sp" presStyleCnt="0"/>
      <dgm:spPr/>
    </dgm:pt>
    <dgm:pt modelId="{F43D8C61-162B-4F68-9C9B-EA735A956305}" type="pres">
      <dgm:prSet presAssocID="{EBB88E37-2A79-45EF-97A3-3AE42B6943CC}" presName="linNode" presStyleCnt="0"/>
      <dgm:spPr/>
    </dgm:pt>
    <dgm:pt modelId="{DBD6C1AD-D89A-4BCF-8C7A-071F597D54A0}" type="pres">
      <dgm:prSet presAssocID="{EBB88E37-2A79-45EF-97A3-3AE42B6943C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EC3AE0E-40B3-44E9-84FC-2F089B7430C6}" type="pres">
      <dgm:prSet presAssocID="{CE55E2F2-20D4-4F7B-B3D2-7C122F4F17A1}" presName="sp" presStyleCnt="0"/>
      <dgm:spPr/>
    </dgm:pt>
    <dgm:pt modelId="{4B7785B3-1E0F-4940-8793-77B757C767FE}" type="pres">
      <dgm:prSet presAssocID="{7272BF38-557B-4941-9EA5-AB9D523A0101}" presName="linNode" presStyleCnt="0"/>
      <dgm:spPr/>
    </dgm:pt>
    <dgm:pt modelId="{4B844279-CE9C-4D2C-9203-E2EAB804783A}" type="pres">
      <dgm:prSet presAssocID="{7272BF38-557B-4941-9EA5-AB9D523A0101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3630C05-F678-4074-8583-D2C674CE35E5}" type="presOf" srcId="{6C0C0DFD-5256-4C40-B5F7-0F9F912D562D}" destId="{6F238DA2-BDFE-45D2-8A3B-29201671AE25}" srcOrd="0" destOrd="0" presId="urn:microsoft.com/office/officeart/2005/8/layout/vList5"/>
    <dgm:cxn modelId="{53AFFC18-4A2F-4716-B673-D25F05D2C210}" type="presOf" srcId="{C2C77A80-2D8A-4F2D-B729-05845042C806}" destId="{14A28A53-9F13-4128-9EFA-DE7FA7E9D4FC}" srcOrd="0" destOrd="0" presId="urn:microsoft.com/office/officeart/2005/8/layout/vList5"/>
    <dgm:cxn modelId="{F6AEFC62-E5B0-4A53-B352-C0327AE19694}" srcId="{C2C77A80-2D8A-4F2D-B729-05845042C806}" destId="{7272BF38-557B-4941-9EA5-AB9D523A0101}" srcOrd="3" destOrd="0" parTransId="{F042A918-FE38-4973-9443-3AC311B0A16F}" sibTransId="{7E17DA14-40E0-4221-B058-4795CEB4F6B9}"/>
    <dgm:cxn modelId="{6014D363-9C71-4F30-8407-D33F9B0B260E}" type="presOf" srcId="{4CA2BF98-4D83-4FCB-BB02-D7570C48112E}" destId="{4A1396E3-7FB0-49D1-94D2-67CDC9128C0D}" srcOrd="0" destOrd="0" presId="urn:microsoft.com/office/officeart/2005/8/layout/vList5"/>
    <dgm:cxn modelId="{8DE76193-7260-4455-959F-F50350CABFCE}" srcId="{C2C77A80-2D8A-4F2D-B729-05845042C806}" destId="{EBB88E37-2A79-45EF-97A3-3AE42B6943CC}" srcOrd="2" destOrd="0" parTransId="{2B31BD1F-3C88-490E-91BE-8B059C53A8DE}" sibTransId="{CE55E2F2-20D4-4F7B-B3D2-7C122F4F17A1}"/>
    <dgm:cxn modelId="{14D01495-0723-45B8-A34F-185B34533391}" srcId="{C2C77A80-2D8A-4F2D-B729-05845042C806}" destId="{4CA2BF98-4D83-4FCB-BB02-D7570C48112E}" srcOrd="0" destOrd="0" parTransId="{C9DD9995-9694-406C-9028-49C23CBCFD00}" sibTransId="{84846409-A23A-4A34-8A8F-4BF8D073E128}"/>
    <dgm:cxn modelId="{A9FD00B1-50E5-4B8C-A8B3-7896BA0AC47B}" type="presOf" srcId="{EBB88E37-2A79-45EF-97A3-3AE42B6943CC}" destId="{DBD6C1AD-D89A-4BCF-8C7A-071F597D54A0}" srcOrd="0" destOrd="0" presId="urn:microsoft.com/office/officeart/2005/8/layout/vList5"/>
    <dgm:cxn modelId="{0CCEB7E7-3A29-4666-BAAD-7324452D924D}" srcId="{C2C77A80-2D8A-4F2D-B729-05845042C806}" destId="{6C0C0DFD-5256-4C40-B5F7-0F9F912D562D}" srcOrd="1" destOrd="0" parTransId="{E1663D8D-49C6-428E-9BCC-4CCFED678BBA}" sibTransId="{3C88C041-D80C-4B96-8A30-A54CFE405AAB}"/>
    <dgm:cxn modelId="{95AE44F3-13D6-4E36-A3C0-BDF513540B31}" type="presOf" srcId="{7272BF38-557B-4941-9EA5-AB9D523A0101}" destId="{4B844279-CE9C-4D2C-9203-E2EAB804783A}" srcOrd="0" destOrd="0" presId="urn:microsoft.com/office/officeart/2005/8/layout/vList5"/>
    <dgm:cxn modelId="{CFB8100B-49D7-4077-A230-903605DCE228}" type="presParOf" srcId="{14A28A53-9F13-4128-9EFA-DE7FA7E9D4FC}" destId="{A163CD30-CC84-4FAF-940D-DA7CD2E4C5FB}" srcOrd="0" destOrd="0" presId="urn:microsoft.com/office/officeart/2005/8/layout/vList5"/>
    <dgm:cxn modelId="{8FFBA352-1F24-41DF-BB69-4CFCBDCD1ABE}" type="presParOf" srcId="{A163CD30-CC84-4FAF-940D-DA7CD2E4C5FB}" destId="{4A1396E3-7FB0-49D1-94D2-67CDC9128C0D}" srcOrd="0" destOrd="0" presId="urn:microsoft.com/office/officeart/2005/8/layout/vList5"/>
    <dgm:cxn modelId="{14F5409E-EA0E-451E-B9A9-0959F6E30270}" type="presParOf" srcId="{14A28A53-9F13-4128-9EFA-DE7FA7E9D4FC}" destId="{6C0CBDF0-1C66-425B-9D15-847D415C4422}" srcOrd="1" destOrd="0" presId="urn:microsoft.com/office/officeart/2005/8/layout/vList5"/>
    <dgm:cxn modelId="{E4DBAFF0-0ADC-407A-AB64-E691087C4090}" type="presParOf" srcId="{14A28A53-9F13-4128-9EFA-DE7FA7E9D4FC}" destId="{0251D640-5316-4B1D-8799-37E6772AE2A1}" srcOrd="2" destOrd="0" presId="urn:microsoft.com/office/officeart/2005/8/layout/vList5"/>
    <dgm:cxn modelId="{6D77C1CF-3B84-40D1-AA84-3189B9371AF8}" type="presParOf" srcId="{0251D640-5316-4B1D-8799-37E6772AE2A1}" destId="{6F238DA2-BDFE-45D2-8A3B-29201671AE25}" srcOrd="0" destOrd="0" presId="urn:microsoft.com/office/officeart/2005/8/layout/vList5"/>
    <dgm:cxn modelId="{EBE7B68E-96D2-4081-9DFB-C671768486D6}" type="presParOf" srcId="{14A28A53-9F13-4128-9EFA-DE7FA7E9D4FC}" destId="{E3D08EA5-49DD-4EBF-9AD4-2A66B5276411}" srcOrd="3" destOrd="0" presId="urn:microsoft.com/office/officeart/2005/8/layout/vList5"/>
    <dgm:cxn modelId="{FAB93CE0-0377-447A-AB3C-D8FF00E6BBCA}" type="presParOf" srcId="{14A28A53-9F13-4128-9EFA-DE7FA7E9D4FC}" destId="{F43D8C61-162B-4F68-9C9B-EA735A956305}" srcOrd="4" destOrd="0" presId="urn:microsoft.com/office/officeart/2005/8/layout/vList5"/>
    <dgm:cxn modelId="{AC892038-7385-40E8-886B-767A555111B3}" type="presParOf" srcId="{F43D8C61-162B-4F68-9C9B-EA735A956305}" destId="{DBD6C1AD-D89A-4BCF-8C7A-071F597D54A0}" srcOrd="0" destOrd="0" presId="urn:microsoft.com/office/officeart/2005/8/layout/vList5"/>
    <dgm:cxn modelId="{EB0C529F-8EE0-4970-B24F-1B84A408957F}" type="presParOf" srcId="{14A28A53-9F13-4128-9EFA-DE7FA7E9D4FC}" destId="{AEC3AE0E-40B3-44E9-84FC-2F089B7430C6}" srcOrd="5" destOrd="0" presId="urn:microsoft.com/office/officeart/2005/8/layout/vList5"/>
    <dgm:cxn modelId="{90054A74-808F-447E-8E9E-634ACB7B97B2}" type="presParOf" srcId="{14A28A53-9F13-4128-9EFA-DE7FA7E9D4FC}" destId="{4B7785B3-1E0F-4940-8793-77B757C767FE}" srcOrd="6" destOrd="0" presId="urn:microsoft.com/office/officeart/2005/8/layout/vList5"/>
    <dgm:cxn modelId="{6E33224C-F95C-4FEA-846F-7CD4736D540C}" type="presParOf" srcId="{4B7785B3-1E0F-4940-8793-77B757C767FE}" destId="{4B844279-CE9C-4D2C-9203-E2EAB804783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CD73B9-5C01-44BB-88EB-E28677B6DB5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33F749-75DF-4DBE-84D8-B6C763471BF2}">
      <dgm:prSet/>
      <dgm:spPr/>
      <dgm:t>
        <a:bodyPr/>
        <a:lstStyle/>
        <a:p>
          <a:r>
            <a:rPr lang="en-GB" dirty="0"/>
            <a:t>Fitbit (85)</a:t>
          </a:r>
          <a:endParaRPr lang="en-US" dirty="0"/>
        </a:p>
      </dgm:t>
    </dgm:pt>
    <dgm:pt modelId="{670AA9A0-D6D7-43BE-AC69-6718B4E7EEB1}" type="parTrans" cxnId="{3066E363-0D27-4D20-9759-7CBD354DFAB3}">
      <dgm:prSet/>
      <dgm:spPr/>
      <dgm:t>
        <a:bodyPr/>
        <a:lstStyle/>
        <a:p>
          <a:endParaRPr lang="en-US"/>
        </a:p>
      </dgm:t>
    </dgm:pt>
    <dgm:pt modelId="{971C2287-283C-4E64-943D-CA730F716921}" type="sibTrans" cxnId="{3066E363-0D27-4D20-9759-7CBD354DFAB3}">
      <dgm:prSet/>
      <dgm:spPr/>
      <dgm:t>
        <a:bodyPr/>
        <a:lstStyle/>
        <a:p>
          <a:endParaRPr lang="en-US"/>
        </a:p>
      </dgm:t>
    </dgm:pt>
    <dgm:pt modelId="{2D0BB6DC-526A-4A77-B664-3E8A6735E8E3}">
      <dgm:prSet/>
      <dgm:spPr/>
      <dgm:t>
        <a:bodyPr/>
        <a:lstStyle/>
        <a:p>
          <a:r>
            <a:rPr lang="en-GB" dirty="0"/>
            <a:t>Zombies, Run! (81)</a:t>
          </a:r>
          <a:endParaRPr lang="en-US" dirty="0"/>
        </a:p>
      </dgm:t>
    </dgm:pt>
    <dgm:pt modelId="{FA557A98-B1E0-4BD4-B93C-E3FFF80DD9EB}" type="parTrans" cxnId="{08BD4E37-EA2A-437A-A33A-7861785D93C6}">
      <dgm:prSet/>
      <dgm:spPr/>
      <dgm:t>
        <a:bodyPr/>
        <a:lstStyle/>
        <a:p>
          <a:endParaRPr lang="en-US"/>
        </a:p>
      </dgm:t>
    </dgm:pt>
    <dgm:pt modelId="{C19A3842-2BF8-4E2F-A0F6-AA4B9B8B3E78}" type="sibTrans" cxnId="{08BD4E37-EA2A-437A-A33A-7861785D93C6}">
      <dgm:prSet/>
      <dgm:spPr/>
      <dgm:t>
        <a:bodyPr/>
        <a:lstStyle/>
        <a:p>
          <a:endParaRPr lang="en-US"/>
        </a:p>
      </dgm:t>
    </dgm:pt>
    <dgm:pt modelId="{7669FA77-E6E7-4CA8-8D21-8E83EEFAACD9}">
      <dgm:prSet/>
      <dgm:spPr/>
      <dgm:t>
        <a:bodyPr/>
        <a:lstStyle/>
        <a:p>
          <a:r>
            <a:rPr lang="en-GB" dirty="0"/>
            <a:t>Jefit (81)</a:t>
          </a:r>
          <a:endParaRPr lang="en-US" dirty="0"/>
        </a:p>
      </dgm:t>
    </dgm:pt>
    <dgm:pt modelId="{1B9A7A2D-46E9-4168-B2F5-9C7597A49899}" type="parTrans" cxnId="{C622D2A3-97BD-4454-98E5-7C7719D757FB}">
      <dgm:prSet/>
      <dgm:spPr/>
      <dgm:t>
        <a:bodyPr/>
        <a:lstStyle/>
        <a:p>
          <a:endParaRPr lang="en-US"/>
        </a:p>
      </dgm:t>
    </dgm:pt>
    <dgm:pt modelId="{B6DC2EF9-0EFC-42A1-A064-B0CEF9FB6347}" type="sibTrans" cxnId="{C622D2A3-97BD-4454-98E5-7C7719D757FB}">
      <dgm:prSet/>
      <dgm:spPr/>
      <dgm:t>
        <a:bodyPr/>
        <a:lstStyle/>
        <a:p>
          <a:endParaRPr lang="en-US"/>
        </a:p>
      </dgm:t>
    </dgm:pt>
    <dgm:pt modelId="{C3028C17-D346-4F7C-B70A-C9AC74D34377}" type="pres">
      <dgm:prSet presAssocID="{A5CD73B9-5C01-44BB-88EB-E28677B6DB5D}" presName="linear" presStyleCnt="0">
        <dgm:presLayoutVars>
          <dgm:animLvl val="lvl"/>
          <dgm:resizeHandles val="exact"/>
        </dgm:presLayoutVars>
      </dgm:prSet>
      <dgm:spPr/>
    </dgm:pt>
    <dgm:pt modelId="{00D771D7-2EE9-409E-83E3-3599D5D3CF60}" type="pres">
      <dgm:prSet presAssocID="{8733F749-75DF-4DBE-84D8-B6C763471B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0D1494-E64C-4912-BFBA-077131D8B5B6}" type="pres">
      <dgm:prSet presAssocID="{971C2287-283C-4E64-943D-CA730F716921}" presName="spacer" presStyleCnt="0"/>
      <dgm:spPr/>
    </dgm:pt>
    <dgm:pt modelId="{A7E2528B-6F58-4BE7-8596-5F83FFD9F37F}" type="pres">
      <dgm:prSet presAssocID="{2D0BB6DC-526A-4A77-B664-3E8A6735E8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A79D48-BFC4-4A60-963A-12677460B9C7}" type="pres">
      <dgm:prSet presAssocID="{C19A3842-2BF8-4E2F-A0F6-AA4B9B8B3E78}" presName="spacer" presStyleCnt="0"/>
      <dgm:spPr/>
    </dgm:pt>
    <dgm:pt modelId="{F99594E9-348C-44D4-9254-FE987DE12613}" type="pres">
      <dgm:prSet presAssocID="{7669FA77-E6E7-4CA8-8D21-8E83EEFAAC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8BD4E37-EA2A-437A-A33A-7861785D93C6}" srcId="{A5CD73B9-5C01-44BB-88EB-E28677B6DB5D}" destId="{2D0BB6DC-526A-4A77-B664-3E8A6735E8E3}" srcOrd="1" destOrd="0" parTransId="{FA557A98-B1E0-4BD4-B93C-E3FFF80DD9EB}" sibTransId="{C19A3842-2BF8-4E2F-A0F6-AA4B9B8B3E78}"/>
    <dgm:cxn modelId="{3066E363-0D27-4D20-9759-7CBD354DFAB3}" srcId="{A5CD73B9-5C01-44BB-88EB-E28677B6DB5D}" destId="{8733F749-75DF-4DBE-84D8-B6C763471BF2}" srcOrd="0" destOrd="0" parTransId="{670AA9A0-D6D7-43BE-AC69-6718B4E7EEB1}" sibTransId="{971C2287-283C-4E64-943D-CA730F716921}"/>
    <dgm:cxn modelId="{A290BA7E-CBC4-474A-85EF-73F0AB8CD3BC}" type="presOf" srcId="{A5CD73B9-5C01-44BB-88EB-E28677B6DB5D}" destId="{C3028C17-D346-4F7C-B70A-C9AC74D34377}" srcOrd="0" destOrd="0" presId="urn:microsoft.com/office/officeart/2005/8/layout/vList2"/>
    <dgm:cxn modelId="{5B36479F-A8CC-4E07-88E1-E11E32FE84C7}" type="presOf" srcId="{2D0BB6DC-526A-4A77-B664-3E8A6735E8E3}" destId="{A7E2528B-6F58-4BE7-8596-5F83FFD9F37F}" srcOrd="0" destOrd="0" presId="urn:microsoft.com/office/officeart/2005/8/layout/vList2"/>
    <dgm:cxn modelId="{C622D2A3-97BD-4454-98E5-7C7719D757FB}" srcId="{A5CD73B9-5C01-44BB-88EB-E28677B6DB5D}" destId="{7669FA77-E6E7-4CA8-8D21-8E83EEFAACD9}" srcOrd="2" destOrd="0" parTransId="{1B9A7A2D-46E9-4168-B2F5-9C7597A49899}" sibTransId="{B6DC2EF9-0EFC-42A1-A064-B0CEF9FB6347}"/>
    <dgm:cxn modelId="{70929FB7-8D37-4775-9178-02F245D59A7D}" type="presOf" srcId="{7669FA77-E6E7-4CA8-8D21-8E83EEFAACD9}" destId="{F99594E9-348C-44D4-9254-FE987DE12613}" srcOrd="0" destOrd="0" presId="urn:microsoft.com/office/officeart/2005/8/layout/vList2"/>
    <dgm:cxn modelId="{8B40A4D4-FF07-463C-9186-A75416FD6D3E}" type="presOf" srcId="{8733F749-75DF-4DBE-84D8-B6C763471BF2}" destId="{00D771D7-2EE9-409E-83E3-3599D5D3CF60}" srcOrd="0" destOrd="0" presId="urn:microsoft.com/office/officeart/2005/8/layout/vList2"/>
    <dgm:cxn modelId="{FD1DCEF7-B136-4010-A7BD-676B24C310C1}" type="presParOf" srcId="{C3028C17-D346-4F7C-B70A-C9AC74D34377}" destId="{00D771D7-2EE9-409E-83E3-3599D5D3CF60}" srcOrd="0" destOrd="0" presId="urn:microsoft.com/office/officeart/2005/8/layout/vList2"/>
    <dgm:cxn modelId="{5F163C8B-BC80-4140-B71E-478D651AD815}" type="presParOf" srcId="{C3028C17-D346-4F7C-B70A-C9AC74D34377}" destId="{060D1494-E64C-4912-BFBA-077131D8B5B6}" srcOrd="1" destOrd="0" presId="urn:microsoft.com/office/officeart/2005/8/layout/vList2"/>
    <dgm:cxn modelId="{6CC876B2-3BF1-4C2D-9825-243AC7AC27BA}" type="presParOf" srcId="{C3028C17-D346-4F7C-B70A-C9AC74D34377}" destId="{A7E2528B-6F58-4BE7-8596-5F83FFD9F37F}" srcOrd="2" destOrd="0" presId="urn:microsoft.com/office/officeart/2005/8/layout/vList2"/>
    <dgm:cxn modelId="{1011577D-3ECA-4FAA-AD25-409EB44443BF}" type="presParOf" srcId="{C3028C17-D346-4F7C-B70A-C9AC74D34377}" destId="{9BA79D48-BFC4-4A60-963A-12677460B9C7}" srcOrd="3" destOrd="0" presId="urn:microsoft.com/office/officeart/2005/8/layout/vList2"/>
    <dgm:cxn modelId="{1A420B6A-40E6-428B-9E84-B754780843CE}" type="presParOf" srcId="{C3028C17-D346-4F7C-B70A-C9AC74D34377}" destId="{F99594E9-348C-44D4-9254-FE987DE126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396E3-7FB0-49D1-94D2-67CDC9128C0D}">
      <dsp:nvSpPr>
        <dsp:cNvPr id="0" name=""/>
        <dsp:cNvSpPr/>
      </dsp:nvSpPr>
      <dsp:spPr>
        <a:xfrm>
          <a:off x="2133386" y="2729"/>
          <a:ext cx="2400059" cy="131288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 got this idea due to my own personal experience.</a:t>
          </a:r>
          <a:endParaRPr lang="en-US" sz="1600" kern="1200"/>
        </a:p>
      </dsp:txBody>
      <dsp:txXfrm>
        <a:off x="2197476" y="66819"/>
        <a:ext cx="2271879" cy="1184702"/>
      </dsp:txXfrm>
    </dsp:sp>
    <dsp:sp modelId="{6F238DA2-BDFE-45D2-8A3B-29201671AE25}">
      <dsp:nvSpPr>
        <dsp:cNvPr id="0" name=""/>
        <dsp:cNvSpPr/>
      </dsp:nvSpPr>
      <dsp:spPr>
        <a:xfrm>
          <a:off x="2133386" y="1381255"/>
          <a:ext cx="2400059" cy="1312882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By researching, I came across Webley’s article that many people have New Year’s Resolutions of getting fit.</a:t>
          </a:r>
          <a:endParaRPr lang="en-US" sz="1600" kern="1200"/>
        </a:p>
      </dsp:txBody>
      <dsp:txXfrm>
        <a:off x="2197476" y="1445345"/>
        <a:ext cx="2271879" cy="1184702"/>
      </dsp:txXfrm>
    </dsp:sp>
    <dsp:sp modelId="{DBD6C1AD-D89A-4BCF-8C7A-071F597D54A0}">
      <dsp:nvSpPr>
        <dsp:cNvPr id="0" name=""/>
        <dsp:cNvSpPr/>
      </dsp:nvSpPr>
      <dsp:spPr>
        <a:xfrm>
          <a:off x="2133386" y="2759782"/>
          <a:ext cx="2400059" cy="1312882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McGonigal said that many people sign up in January and the numbers diminished by mid-February.</a:t>
          </a:r>
          <a:endParaRPr lang="en-US" sz="1600" kern="1200"/>
        </a:p>
      </dsp:txBody>
      <dsp:txXfrm>
        <a:off x="2197476" y="2823872"/>
        <a:ext cx="2271879" cy="1184702"/>
      </dsp:txXfrm>
    </dsp:sp>
    <dsp:sp modelId="{4B844279-CE9C-4D2C-9203-E2EAB804783A}">
      <dsp:nvSpPr>
        <dsp:cNvPr id="0" name=""/>
        <dsp:cNvSpPr/>
      </dsp:nvSpPr>
      <dsp:spPr>
        <a:xfrm>
          <a:off x="2133386" y="4138308"/>
          <a:ext cx="2400059" cy="1312882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 possible solution is gamification.  </a:t>
          </a:r>
          <a:endParaRPr lang="en-US" sz="1600" kern="1200"/>
        </a:p>
      </dsp:txBody>
      <dsp:txXfrm>
        <a:off x="2197476" y="4202398"/>
        <a:ext cx="2271879" cy="118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771D7-2EE9-409E-83E3-3599D5D3CF60}">
      <dsp:nvSpPr>
        <dsp:cNvPr id="0" name=""/>
        <dsp:cNvSpPr/>
      </dsp:nvSpPr>
      <dsp:spPr>
        <a:xfrm>
          <a:off x="0" y="382594"/>
          <a:ext cx="6666833" cy="14496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900" kern="1200" dirty="0"/>
            <a:t>Fitbit (85)</a:t>
          </a:r>
          <a:endParaRPr lang="en-US" sz="5900" kern="1200" dirty="0"/>
        </a:p>
      </dsp:txBody>
      <dsp:txXfrm>
        <a:off x="70765" y="453359"/>
        <a:ext cx="6525303" cy="1308100"/>
      </dsp:txXfrm>
    </dsp:sp>
    <dsp:sp modelId="{A7E2528B-6F58-4BE7-8596-5F83FFD9F37F}">
      <dsp:nvSpPr>
        <dsp:cNvPr id="0" name=""/>
        <dsp:cNvSpPr/>
      </dsp:nvSpPr>
      <dsp:spPr>
        <a:xfrm>
          <a:off x="0" y="2002144"/>
          <a:ext cx="6666833" cy="144963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900" kern="1200" dirty="0"/>
            <a:t>Zombies, Run! (81)</a:t>
          </a:r>
          <a:endParaRPr lang="en-US" sz="5900" kern="1200" dirty="0"/>
        </a:p>
      </dsp:txBody>
      <dsp:txXfrm>
        <a:off x="70765" y="2072909"/>
        <a:ext cx="6525303" cy="1308100"/>
      </dsp:txXfrm>
    </dsp:sp>
    <dsp:sp modelId="{F99594E9-348C-44D4-9254-FE987DE12613}">
      <dsp:nvSpPr>
        <dsp:cNvPr id="0" name=""/>
        <dsp:cNvSpPr/>
      </dsp:nvSpPr>
      <dsp:spPr>
        <a:xfrm>
          <a:off x="0" y="3621694"/>
          <a:ext cx="6666833" cy="144963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900" kern="1200" dirty="0"/>
            <a:t>Jefit (81)</a:t>
          </a:r>
          <a:endParaRPr lang="en-US" sz="5900" kern="1200" dirty="0"/>
        </a:p>
      </dsp:txBody>
      <dsp:txXfrm>
        <a:off x="70765" y="3692459"/>
        <a:ext cx="6525303" cy="1308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3D4E-B004-EE87-F81F-B06300ED8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7A19F-9C1F-58A8-7A91-71A1AAAB2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30B8-CCC3-55BF-D74D-01C316E1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BBEE-F49C-421E-8D69-01D678C2645F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F5EB4-1F08-965C-0391-71D72674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66BB-E7BD-C7EC-2384-2C984EAC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7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EB25-8CAC-F347-0E6C-AF8D73BE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9E111-4C2B-52A4-3DC2-890F77E16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59E6-54EC-5B3E-D18C-1D93C16B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44673-3D7D-4DA4-8694-3884C26BCA78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58C3B-B518-E5C7-56AA-5BC16A18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0152A-D975-BA9D-2419-CFF106B2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4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D645-F881-F233-C302-0662F74D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2218-3531-6458-BB9A-448A98CFE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BFD5B-7CCF-2E9F-8A31-925323DA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29FD-4554-41E0-B4CE-5E66F1069EE1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D3075-2724-9E9E-2C0E-C5600E50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1807-CB01-5A7C-A560-2C0DECC6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3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134C-37EB-9336-0D29-D0730FB5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42526-BD95-1FEC-0FD9-6C2F63D53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8F8BD-FD20-BF31-6A8C-F53AA4633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20DB0-BBA8-5EE9-B5F7-CCE9E232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0AF1-98AE-4BE5-B730-B3F94EBFAF6B}" type="datetime1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F7AD1-AA15-C3BC-4B78-8FC38099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8CBD7-5A33-3BE3-8A4E-B17BB7C9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2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345F-20FE-641C-120A-0F99B728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66F8F-10ED-FA1A-F740-2B278A93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23220-D30C-E7B9-1C61-17D3AE29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8C58D-24F3-99D5-C173-E1CCEEB9E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D074A-4642-8DBD-3ECE-40E2D3A3C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BA802-B05B-FEEE-F3E2-111D5932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D241F-3391-4EBE-A8C5-7CBF4570F37E}" type="datetime1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08F8A-9922-D3B1-41BC-041C0B26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68221-907D-B857-03DA-074DE112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66EF-4BE5-F424-956E-37106373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0149-BEA8-B46F-D231-C7A74FE0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5603-DD09-4201-9B85-01E017332964}" type="datetime1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5B3DC-437A-0ADC-086D-8C4B1F0D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AF8FF-9C2B-C5C4-B482-2F158F02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5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BE8E5-2F7E-F35F-7410-EA2A66D3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3CD9-D698-4CA1-B27A-F3D4C2BCE197}" type="datetime1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CBEC0-FC8A-1D75-6C95-1A06F5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D174A-43FA-8F42-623D-1B8EC9FA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0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2558-1E42-65B1-E6D4-FC43D9C9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6E51-67AF-7B5F-EC2D-BC07AC2AA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D6DBA-529B-3BA3-F8B9-FDCC36832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75B64-256C-57F7-3938-122AB248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FE42-FC27-4BF8-9CF6-3CCDE72249E1}" type="datetime1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6DFD9-C06D-E442-8B07-CF4A2671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1029-DB7E-2006-1199-5656F26D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3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B2AB-3543-4EDB-64CE-47361FC7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05A2A-4C48-F251-FD61-AB31000F2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0191B-4624-D6D6-D058-356BAEAED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7A14B-C6B6-C8EA-7585-FA20ACDF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9139-9C44-484A-9C8C-A9A029484308}" type="datetime1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35967-BE35-42BE-6067-E3C28839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BE642-CB9C-5F59-7DA5-95CDBC30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1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D427-15C2-FACA-B78F-04A05E6E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68E2-1419-CEC3-1CEA-7EBC03F25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E4369-09E0-F09E-C6D1-020D56DC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5A31-3E87-468A-B148-5C666447EC69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F9B71-8C2F-2423-64AF-91DC38A4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6CE7D-B4B1-E872-980C-223CC722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7C2E9-FA57-7AEE-B80B-3F76698B2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2F1EC-641A-3813-471B-2D8FBA89E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E9C-0E4F-9709-AB83-8DAB29A1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F7212-621B-48DA-ADA4-5ADD472264E8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2F21A-D3AC-B2FF-53B5-2388E76D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A3DC-DCD5-D6F8-8FA7-6CA2CA43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6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6D42E-BE27-D3EA-FE79-90D217EF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1D5A3-01B1-8BC1-E44B-FCD9DEE7D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740FD-D25A-E9D5-EE05-264D2F780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223F2-9184-454A-B4F4-C56DD77B6351}" type="datetime1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E078C-0BCC-D104-DE36-F8E294105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A7ED-BD5A-0BD0-3B3D-5E54A9C2C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5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Network Technology Background">
            <a:extLst>
              <a:ext uri="{FF2B5EF4-FFF2-40B4-BE49-F238E27FC236}">
                <a16:creationId xmlns:a16="http://schemas.microsoft.com/office/drawing/2014/main" id="{DE44F91A-C872-FDF0-C351-DE4ED6FED8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3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C6E33-735B-5FC0-286B-3D218BB15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8"/>
            <a:ext cx="4496529" cy="4911159"/>
          </a:xfrm>
        </p:spPr>
        <p:txBody>
          <a:bodyPr anchor="t">
            <a:normAutofit/>
          </a:bodyPr>
          <a:lstStyle/>
          <a:p>
            <a:r>
              <a:rPr lang="en-GB" sz="4400" dirty="0"/>
              <a:t>A Web-Based Gamified Fitness System Which Enhances Motivation and General Well-Being</a:t>
            </a:r>
            <a:endParaRPr lang="en-GB" sz="16200" dirty="0"/>
          </a:p>
        </p:txBody>
      </p:sp>
      <p:pic>
        <p:nvPicPr>
          <p:cNvPr id="6" name="Picture 5" descr="A blue square with a logo&#10;&#10;Description automatically generated">
            <a:extLst>
              <a:ext uri="{FF2B5EF4-FFF2-40B4-BE49-F238E27FC236}">
                <a16:creationId xmlns:a16="http://schemas.microsoft.com/office/drawing/2014/main" id="{E6A8FF8A-7F64-D600-5BF6-70BD3BDD2B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3" t="37727" r="15621" b="37847"/>
          <a:stretch/>
        </p:blipFill>
        <p:spPr>
          <a:xfrm>
            <a:off x="1047403" y="2581102"/>
            <a:ext cx="4854633" cy="169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00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3D2E9-0C45-8F1A-B802-644ED8D1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solidFill>
                  <a:srgbClr val="FFFFFF"/>
                </a:solidFill>
              </a:rPr>
              <a:t>Aim of the Project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B2DF2-6971-CBF5-3668-C0F18CB5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74AF-4CBC-176F-C092-7303CC4F3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3600" dirty="0"/>
              <a:t>This project aims to develop a system that adopts gamification features to address the lack of motivation in individuals who often encounter when trying to engage in physical activities.</a:t>
            </a:r>
            <a:endParaRPr lang="en-GB" sz="4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AFA66-B7EC-2901-51B0-749F79F8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79D44673-3D7D-4DA4-8694-3884C26BCA7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4/26/2024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FDE4-0BE8-F421-C9DE-DBC85481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6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A7F83-1B21-6AD9-32B0-64BC3FF2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How did I get an idea for this project?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6A95-8C2D-F48A-65F7-6B6CF1E4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CB80-E5E7-5B97-B35E-44A35445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79D44673-3D7D-4DA4-8694-3884C26BCA7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4/26/2024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B0B58-6D5B-F482-137A-D1E7107C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D8763C7-68BB-96F9-9410-CCF25FD94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225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606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7311E-1CF2-3E31-E2BD-024D696B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Product Research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03247-BEFD-D90E-EF67-ACAE0B79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FC1A7-AF7D-C410-C685-AEC2A9D540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79D44673-3D7D-4DA4-8694-3884C26BCA7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4/26/2024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16D6E-1851-DBF0-D840-DAC78339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C4D5C75-C7E2-9B0F-B779-9E38B6A45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777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906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64552-990A-7A51-06BC-F835284C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Rich Picture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CC498-A611-DEAE-0B64-94EE1200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CE5AE-EC14-80FF-A649-457DFEA8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F2ED5603-DD09-4201-9B85-01E017332964}" type="datetime1">
              <a:rPr lang="en-US" sz="11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4/26/2024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9E4F3-5D38-F9EA-EDB5-FE3BB036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5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2AA5D-5BD8-318F-BD64-D9B85D15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Use-Case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751247-0078-3B25-9CD3-08D3E7253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0881" y="59864"/>
            <a:ext cx="5250770" cy="67534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1EDE5-5764-BE5C-7279-76F4E384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6EA80-8C03-E6A3-1662-632B822D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74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15CE4-DF3A-C073-A5F5-E4D65981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ERD</a:t>
            </a:r>
          </a:p>
        </p:txBody>
      </p:sp>
      <p:pic>
        <p:nvPicPr>
          <p:cNvPr id="8" name="Content Placeholder 7" descr="A diagram of a user flow&#10;&#10;Description automatically generated">
            <a:extLst>
              <a:ext uri="{FF2B5EF4-FFF2-40B4-BE49-F238E27FC236}">
                <a16:creationId xmlns:a16="http://schemas.microsoft.com/office/drawing/2014/main" id="{6A2BAE45-B466-B2E2-3B40-671B44372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2538" y="77636"/>
            <a:ext cx="6311646" cy="664383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785CA-EE15-AAE3-9EB4-258A304D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2A81A-EB34-9CC2-53F6-FD4F79F2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98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</TotalTime>
  <Words>157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 Web-Based Gamified Fitness System Which Enhances Motivation and General Well-Being</vt:lpstr>
      <vt:lpstr>Aim of the Project</vt:lpstr>
      <vt:lpstr>How did I get an idea for this project?</vt:lpstr>
      <vt:lpstr>Product Research </vt:lpstr>
      <vt:lpstr>Rich Picture</vt:lpstr>
      <vt:lpstr>Use-Case Diagram</vt:lpstr>
      <vt:lpstr>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Web-Based Gamified Fitness System Which Enhances Motivation and General Well-Being</dc:title>
  <dc:creator>Tejesh Ramesh Bawa</dc:creator>
  <cp:lastModifiedBy>Tejesh Ramesh Bawa</cp:lastModifiedBy>
  <cp:revision>2</cp:revision>
  <dcterms:created xsi:type="dcterms:W3CDTF">2024-04-26T00:30:24Z</dcterms:created>
  <dcterms:modified xsi:type="dcterms:W3CDTF">2024-04-26T16:33:46Z</dcterms:modified>
</cp:coreProperties>
</file>